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POS SAMPLE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AC8D0"/>
                </a:solidFill>
              </a:defRPr>
            </a:pPr>
            <a:r>
              <a:t>Project Presentation  |  A Point-of-Sale Mobile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984E3"/>
                </a:solidFill>
              </a:defRPr>
            </a:pPr>
            <a:r>
              <a:t>Built with Flutter &amp; Dart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Introduction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Key Features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Data &amp; Database Design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State Management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Development Progress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How to Run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rPr dirty="0"/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Offline-first Point-of-Sale (POS) mobile application</a:t>
            </a:r>
          </a:p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Complete sales workflow: browse → cart → customer → checkout → orders</a:t>
            </a:r>
          </a:p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Layered architecture with Cubit state management</a:t>
            </a:r>
          </a:p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Local SQLite persistence for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Objectives</a:t>
            </a:r>
          </a:p>
          <a:p>
            <a:pPr lvl="1">
              <a:spcAft>
                <a:spcPts val="800"/>
              </a:spcAft>
              <a:defRPr sz="1500">
                <a:solidFill>
                  <a:srgbClr val="636E72"/>
                </a:solidFill>
              </a:defRPr>
            </a:pPr>
            <a:r>
              <a:t>Fast, intuitive order entry</a:t>
            </a:r>
          </a:p>
          <a:p>
            <a:pPr lvl="1">
              <a:spcAft>
                <a:spcPts val="800"/>
              </a:spcAft>
              <a:defRPr sz="1500">
                <a:solidFill>
                  <a:srgbClr val="636E72"/>
                </a:solidFill>
              </a:defRPr>
            </a:pPr>
            <a:r>
              <a:t>Full cart lifecycle management</a:t>
            </a:r>
          </a:p>
          <a:p>
            <a:pPr lvl="1">
              <a:spcAft>
                <a:spcPts val="800"/>
              </a:spcAft>
              <a:defRPr sz="1500">
                <a:solidFill>
                  <a:srgbClr val="636E72"/>
                </a:solidFill>
              </a:defRPr>
            </a:pPr>
            <a:r>
              <a:t>Searchable customer selection</a:t>
            </a:r>
          </a:p>
          <a:p>
            <a:pPr lvl="1">
              <a:spcAft>
                <a:spcPts val="800"/>
              </a:spcAft>
              <a:defRPr sz="1500">
                <a:solidFill>
                  <a:srgbClr val="636E72"/>
                </a:solidFill>
              </a:defRPr>
            </a:pPr>
            <a:r>
              <a:t>Dashboard analytics (sales &amp; order count)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t>Small retail businesses need a mobile POS that works without a backend server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t>Manual order tracking leads to pricing errors and lost visibility</a:t>
            </a:r>
          </a:p>
          <a:p>
            <a:pPr>
              <a:spcAft>
                <a:spcPts val="800"/>
              </a:spcAft>
              <a:defRPr sz="2000">
                <a:solidFill>
                  <a:srgbClr val="2D3436"/>
                </a:solidFill>
              </a:defRPr>
            </a:pPr>
            <a:r>
              <a:t>Solution: a self-contained app that</a:t>
            </a:r>
          </a:p>
          <a:p>
            <a:pPr lvl="1">
              <a:spcAft>
                <a:spcPts val="800"/>
              </a:spcAft>
              <a:defRPr sz="1700">
                <a:solidFill>
                  <a:srgbClr val="636E72"/>
                </a:solidFill>
              </a:defRPr>
            </a:pPr>
            <a:r>
              <a:t>Fetches catalog data over HTTP (FakeStore API)</a:t>
            </a:r>
          </a:p>
          <a:p>
            <a:pPr lvl="1">
              <a:spcAft>
                <a:spcPts val="800"/>
              </a:spcAft>
              <a:defRPr sz="1700">
                <a:solidFill>
                  <a:srgbClr val="636E72"/>
                </a:solidFill>
              </a:defRPr>
            </a:pPr>
            <a:r>
              <a:t>Manages an in-memory session cart</a:t>
            </a:r>
          </a:p>
          <a:p>
            <a:pPr lvl="1">
              <a:spcAft>
                <a:spcPts val="800"/>
              </a:spcAft>
              <a:defRPr sz="1700">
                <a:solidFill>
                  <a:srgbClr val="636E72"/>
                </a:solidFill>
              </a:defRPr>
            </a:pPr>
            <a:r>
              <a:t>Persists completed orders locally for review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Flutter 3.44+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Cross-platform UI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Dart ^3.12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Programming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flutter_bloc 9.x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Cubit state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71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Dio 5.x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HTTP client (REST)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sqflite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SQLite local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062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cached_network_image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Image caching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406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intl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Number formatting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4406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get_it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Dependency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291840" cy="91440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Presentation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Screens + Cubits + Widgets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121408"/>
            <a:ext cx="548640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847088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E72"/>
                </a:solidFill>
              </a:defRPr>
            </a:pPr>
            <a:r>
              <a:t>MultiBlocProvider</a:t>
            </a:r>
            <a:br/>
            <a:r>
              <a:t>(Dashboard, Pos, Cart, Customer, OrderList cubits)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71800"/>
            <a:ext cx="3291840" cy="9144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Models + ApiService + DatabaseService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355848"/>
            <a:ext cx="548640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3081528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E72"/>
                </a:solidFill>
              </a:defRPr>
            </a:pPr>
            <a:r>
              <a:t>MultiBlocProvider</a:t>
            </a:r>
            <a:br/>
            <a:r>
              <a:t>(Dashboard, Pos, Cart, Customer, OrderList cubits)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3291840" cy="9144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Dependency Injection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GetIt service locator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590288"/>
            <a:ext cx="548640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4315968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E72"/>
                </a:solidFill>
              </a:defRPr>
            </a:pPr>
            <a:r>
              <a:t>MultiBlocProvider</a:t>
            </a:r>
            <a:br/>
            <a:r>
              <a:t>(Dashboard, Pos, Cart, Customer, OrderList cubits)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440679"/>
            <a:ext cx="3291840" cy="914400"/>
          </a:xfrm>
          <a:prstGeom prst="rect">
            <a:avLst/>
          </a:prstGeom>
          <a:solidFill>
            <a:srgbClr val="D6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Routing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Named routes (5 active)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5824727"/>
            <a:ext cx="548640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5550407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E72"/>
                </a:solidFill>
              </a:defRPr>
            </a:pPr>
            <a:r>
              <a:t>MultiBlocProvider</a:t>
            </a:r>
            <a:br/>
            <a:r>
              <a:t>(Dashboard, Pos, Cart, Customer, OrderList cubits)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POS Terminal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Category filtering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 grid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Cart badge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73736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Cart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Add / +/- / remove / clear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Subtotals &amp; totals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Empty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Customers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Load from API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Live search by name/email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Tap to 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79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Checkout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Validation &amp; confirm dialog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 persisted to SQLite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Success snackbar + nav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069079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Dashboard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Total Sales (SUM)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Total Orders (COUNT)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Quick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069079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 cards from SQLite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Status, customer, date, 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Data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Product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id, title, price, description, category, image,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39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CartItem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product, quantity, subtotal (getter)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6594" y="173736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Customer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id, email, username, name, phone,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orderNumber, customer, date, totals, items[]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6594" y="3291839"/>
            <a:ext cx="5394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OrderItem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productId, name, image, unitPrice, quantity, subtotal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Database Schema (SQLite)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120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id (PK, autoincrement)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order_number (INTEGER)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customer_id (INTEGER)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customer_name (TEXT)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order_date (TEXT)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total_quantity (INTEGER)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total_amount (REAL)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37360"/>
            <a:ext cx="5120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order_items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id (PK, autoincrement)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order_id (FK → orders, CASCADE)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product_id (INTEGER)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product_name (TEXT)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product_image (TEXT)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unit_price (REAL)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quantity (INTEGER)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subtotal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984E3"/>
                </a:solidFill>
              </a:defRPr>
            </a:pPr>
            <a:r>
              <a:t>Aggregations: SUM(total_amount) for sales  •  COUNT(*) for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State Management — Cubits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DashboardCubit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totalSales, totalCount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PosCubit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products, categories,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39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CartCubit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items, customer, checkout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063239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CustomerCubit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customers,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OrderListCubit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orders,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80160" y="17373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8470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105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Dashboard loads sales + order count from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2468880"/>
            <a:ext cx="109728" cy="2926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26517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7614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249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POS fetches products &amp; categories from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3383280"/>
            <a:ext cx="109728" cy="2926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35661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675887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393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CartCubit.addToCart updates the cart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4297680"/>
            <a:ext cx="109728" cy="2926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0" y="44805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5902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537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Customer selected via searchable screen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5212080"/>
            <a:ext cx="109728" cy="2926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53949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5046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4681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Checkout builds Order + OrderItem → SQLite insert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6126480"/>
            <a:ext cx="109728" cy="2926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0160" y="6309360"/>
            <a:ext cx="731520" cy="73152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64190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38251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436"/>
                </a:solidFill>
              </a:defRPr>
            </a:pPr>
            <a:r>
              <a:t>Order List screen reads orders back from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Development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6949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Completed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All data models + services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Theme &amp; formatting utilities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Dashboard with analytics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POS terminal + category filtering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Full cart lifecycle (incl. clear)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Searchable customer selection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Checkout → SQLite persistence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 list screen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All 5 routes 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373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Not Started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Automated tests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Release signing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Order detail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1148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0984E3"/>
                </a:solidFill>
              </a:defRPr>
            </a:pPr>
            <a:r>
              <a:t>Future Work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Unit/widget tests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Receipt view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Dark theme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APK size optimization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Offline product caching</a:t>
            </a:r>
          </a:p>
          <a:p>
            <a:pPr algn="ctr">
              <a:spcAft>
                <a:spcPts val="400"/>
              </a:spcAft>
              <a:defRPr sz="1200">
                <a:solidFill>
                  <a:srgbClr val="636E72"/>
                </a:solidFill>
              </a:defRPr>
            </a:pPr>
            <a:r>
              <a:t>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D3436"/>
                </a:solidFill>
              </a:defRPr>
            </a:pPr>
            <a:r>
              <a:t>How to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</a:defRPr>
            </a:pPr>
            <a:r>
              <a:t>Prerequisites: Flutter SDK 3.44+, Dart ^3.12, Android Studio / Xcode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36"/>
                </a:solidFill>
                <a:latin typeface="Consolas"/>
              </a:defRPr>
            </a:pPr>
            <a:r>
              <a:t>flutter pub get</a:t>
            </a:r>
          </a:p>
          <a:p>
            <a:pPr>
              <a:spcAft>
                <a:spcPts val="1000"/>
              </a:spcAft>
              <a:defRPr sz="2000">
                <a:solidFill>
                  <a:srgbClr val="2D3436"/>
                </a:solidFill>
                <a:latin typeface="Consolas"/>
              </a:defRPr>
            </a:pPr>
            <a:r>
              <a:t>flutter run</a:t>
            </a:r>
          </a:p>
          <a:p>
            <a:pPr>
              <a:spcAft>
                <a:spcPts val="1000"/>
              </a:spcAft>
              <a:defRPr sz="2000">
                <a:solidFill>
                  <a:srgbClr val="2D3436"/>
                </a:solidFill>
                <a:latin typeface="Consolas"/>
              </a:defRPr>
            </a:pPr>
            <a:r>
              <a:t>flutter build apk --release</a:t>
            </a:r>
          </a:p>
          <a:p>
            <a:pPr>
              <a:spcAft>
                <a:spcPts val="1000"/>
              </a:spcAft>
              <a:defRPr sz="2000">
                <a:solidFill>
                  <a:srgbClr val="2D3436"/>
                </a:solidFill>
                <a:latin typeface="Consolas"/>
              </a:defRPr>
            </a:pPr>
            <a:r>
              <a:t>flutter build appbundle --release</a:t>
            </a:r>
          </a:p>
          <a:p>
            <a:pPr>
              <a:spcAft>
                <a:spcPts val="1000"/>
              </a:spcAft>
              <a:defRPr sz="2000">
                <a:solidFill>
                  <a:srgbClr val="2D3436"/>
                </a:solidFill>
                <a:latin typeface="Consolas"/>
              </a:defRPr>
            </a:pPr>
            <a:r>
              <a:t>flutter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36E72"/>
                </a:solidFill>
              </a:defRPr>
            </a:pPr>
            <a:r>
              <a:t>Data source: FakeStore API — no backend setup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7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FE6E9"/>
                </a:solidFill>
              </a:defRPr>
            </a:pPr>
            <a:r>
              <a:t>A complete, self-contained POS experience built on a clean layered architecture — Cubit state management, GetIt DI, Dio networking, and SQLite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984E3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760</Words>
  <Application>Microsoft Macintosh PowerPoint</Application>
  <PresentationFormat>Widescreen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2026-08-03T09:56:05Z</dcterms:modified>
  <cp:category/>
</cp:coreProperties>
</file>